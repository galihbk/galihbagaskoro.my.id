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3" y="0"/>
                </a:lnTo>
                <a:lnTo>
                  <a:pt x="48535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73623" y="7715250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4" y="0"/>
                </a:lnTo>
                <a:lnTo>
                  <a:pt x="485359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15923" y="2275417"/>
            <a:ext cx="12856155" cy="196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b="true" sz="8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PEMBELAJARAN</a:t>
            </a:r>
          </a:p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 KONSEP DASAR MEDIA PEMBELAJARAN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143500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8790" y="-1205114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2820" y="4367549"/>
            <a:ext cx="14102361" cy="62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Pendidikan Ekonomi - STKIP Majenang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66245" y="5653424"/>
            <a:ext cx="14102361" cy="120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Galih Bagaskoro, M.Kom</a:t>
            </a:r>
          </a:p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Pertemuan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PENDAHULUAN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3717295"/>
            <a:ext cx="13035383" cy="475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Proses pembelajaran tidak hanya dilakukan melalui penjelasan secara lisan.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Penggunaan media dapat membantu penyampaian materi agar lebih mudah dipahami.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dapat meningkatkan minat dan perhatian peserta didik.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Oleh karena itu, seorang pendidik perlu memahami konsep dasar media pembelajaran.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54434" y="1028700"/>
            <a:ext cx="4140292" cy="2422071"/>
          </a:xfrm>
          <a:custGeom>
            <a:avLst/>
            <a:gdLst/>
            <a:ahLst/>
            <a:cxnLst/>
            <a:rect r="r" b="b" t="t" l="l"/>
            <a:pathLst>
              <a:path h="2422071" w="4140292">
                <a:moveTo>
                  <a:pt x="0" y="0"/>
                </a:moveTo>
                <a:lnTo>
                  <a:pt x="4140292" y="0"/>
                </a:lnTo>
                <a:lnTo>
                  <a:pt x="4140292" y="2422071"/>
                </a:lnTo>
                <a:lnTo>
                  <a:pt x="0" y="242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4436752"/>
            <a:ext cx="13035383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apa yang paling membantu kalian memahami materi saat belajar?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Apakah pembelajaran hanya dengan ceramah sudah cukup efektif?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Menurut kalian, mengapa media pembelajaran penting dalam proses belajar?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5531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PENGERTIAN 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509" y="3375148"/>
            <a:ext cx="13814030" cy="265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berasal dari kata medium yang berarti perantara.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adalah segala sesuatu yang dapat digunakan untuk menyampaikan pesan dari pengirim kepada penerima pesan.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5531" y="1601532"/>
            <a:ext cx="12217008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PENGERTIAN MEDIA PEMBELAJARAN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509" y="3810434"/>
            <a:ext cx="13814030" cy="265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adalah segala sesuatu yang dapat digunakan untuk menyalurkan pesan pembelajaran sehingga dapat merangsang perhatian, minat, pikiran, dan perasaan peserta didik dalam proses belajar.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6354" y="3795783"/>
            <a:ext cx="918386" cy="646311"/>
          </a:xfrm>
          <a:custGeom>
            <a:avLst/>
            <a:gdLst/>
            <a:ahLst/>
            <a:cxnLst/>
            <a:rect r="r" b="b" t="t" l="l"/>
            <a:pathLst>
              <a:path h="646311" w="918386">
                <a:moveTo>
                  <a:pt x="0" y="0"/>
                </a:moveTo>
                <a:lnTo>
                  <a:pt x="918386" y="0"/>
                </a:lnTo>
                <a:lnTo>
                  <a:pt x="918386" y="646311"/>
                </a:lnTo>
                <a:lnTo>
                  <a:pt x="0" y="646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52969" y="1601532"/>
            <a:ext cx="12519570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FUNGSI MEDIA PEMBELAJARAN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33519" y="3836110"/>
            <a:ext cx="12248622" cy="5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Memperjelas penyampaian materi pembelajaran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57020" y="4737624"/>
            <a:ext cx="12236872" cy="5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Meningkatkan perhatian dan motivasi belajar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45270" y="5812962"/>
            <a:ext cx="12225121" cy="5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Mengatasi keterbatasan ruang dan waktu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39395" y="6811698"/>
            <a:ext cx="12213371" cy="5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Membantu visualisasi konsep yang abstrak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09855" y="4751587"/>
            <a:ext cx="918386" cy="646311"/>
          </a:xfrm>
          <a:custGeom>
            <a:avLst/>
            <a:gdLst/>
            <a:ahLst/>
            <a:cxnLst/>
            <a:rect r="r" b="b" t="t" l="l"/>
            <a:pathLst>
              <a:path h="646311" w="918386">
                <a:moveTo>
                  <a:pt x="0" y="0"/>
                </a:moveTo>
                <a:lnTo>
                  <a:pt x="918386" y="0"/>
                </a:lnTo>
                <a:lnTo>
                  <a:pt x="918386" y="646312"/>
                </a:lnTo>
                <a:lnTo>
                  <a:pt x="0" y="6463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86354" y="5775123"/>
            <a:ext cx="918386" cy="646311"/>
          </a:xfrm>
          <a:custGeom>
            <a:avLst/>
            <a:gdLst/>
            <a:ahLst/>
            <a:cxnLst/>
            <a:rect r="r" b="b" t="t" l="l"/>
            <a:pathLst>
              <a:path h="646311" w="918386">
                <a:moveTo>
                  <a:pt x="0" y="0"/>
                </a:moveTo>
                <a:lnTo>
                  <a:pt x="918386" y="0"/>
                </a:lnTo>
                <a:lnTo>
                  <a:pt x="918386" y="646311"/>
                </a:lnTo>
                <a:lnTo>
                  <a:pt x="0" y="646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86354" y="6773859"/>
            <a:ext cx="918386" cy="646311"/>
          </a:xfrm>
          <a:custGeom>
            <a:avLst/>
            <a:gdLst/>
            <a:ahLst/>
            <a:cxnLst/>
            <a:rect r="r" b="b" t="t" l="l"/>
            <a:pathLst>
              <a:path h="646311" w="918386">
                <a:moveTo>
                  <a:pt x="0" y="0"/>
                </a:moveTo>
                <a:lnTo>
                  <a:pt x="918386" y="0"/>
                </a:lnTo>
                <a:lnTo>
                  <a:pt x="918386" y="646311"/>
                </a:lnTo>
                <a:lnTo>
                  <a:pt x="0" y="646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6354" y="3795783"/>
            <a:ext cx="918386" cy="646311"/>
          </a:xfrm>
          <a:custGeom>
            <a:avLst/>
            <a:gdLst/>
            <a:ahLst/>
            <a:cxnLst/>
            <a:rect r="r" b="b" t="t" l="l"/>
            <a:pathLst>
              <a:path h="646311" w="918386">
                <a:moveTo>
                  <a:pt x="0" y="0"/>
                </a:moveTo>
                <a:lnTo>
                  <a:pt x="918386" y="0"/>
                </a:lnTo>
                <a:lnTo>
                  <a:pt x="918386" y="646311"/>
                </a:lnTo>
                <a:lnTo>
                  <a:pt x="0" y="646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52969" y="1601532"/>
            <a:ext cx="12519570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MANFAAT MEDIA PEMBELAJARAN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33519" y="3836110"/>
            <a:ext cx="12248622" cy="5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Materi pembelajaran lebih mudah dipahami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57020" y="4737624"/>
            <a:ext cx="12236872" cy="5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Proses pembelajaran menjadi lebih menarik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45270" y="5812962"/>
            <a:ext cx="12225121" cy="56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Meningkatkan keaktifan peserta didik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33519" y="6549761"/>
            <a:ext cx="12213371" cy="10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Membantu peserta didik mengingat materi lebih lama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309855" y="4751587"/>
            <a:ext cx="918386" cy="646311"/>
          </a:xfrm>
          <a:custGeom>
            <a:avLst/>
            <a:gdLst/>
            <a:ahLst/>
            <a:cxnLst/>
            <a:rect r="r" b="b" t="t" l="l"/>
            <a:pathLst>
              <a:path h="646311" w="918386">
                <a:moveTo>
                  <a:pt x="0" y="0"/>
                </a:moveTo>
                <a:lnTo>
                  <a:pt x="918386" y="0"/>
                </a:lnTo>
                <a:lnTo>
                  <a:pt x="918386" y="646312"/>
                </a:lnTo>
                <a:lnTo>
                  <a:pt x="0" y="6463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86354" y="5775123"/>
            <a:ext cx="918386" cy="646311"/>
          </a:xfrm>
          <a:custGeom>
            <a:avLst/>
            <a:gdLst/>
            <a:ahLst/>
            <a:cxnLst/>
            <a:rect r="r" b="b" t="t" l="l"/>
            <a:pathLst>
              <a:path h="646311" w="918386">
                <a:moveTo>
                  <a:pt x="0" y="0"/>
                </a:moveTo>
                <a:lnTo>
                  <a:pt x="918386" y="0"/>
                </a:lnTo>
                <a:lnTo>
                  <a:pt x="918386" y="646311"/>
                </a:lnTo>
                <a:lnTo>
                  <a:pt x="0" y="646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86354" y="6773859"/>
            <a:ext cx="918386" cy="646311"/>
          </a:xfrm>
          <a:custGeom>
            <a:avLst/>
            <a:gdLst/>
            <a:ahLst/>
            <a:cxnLst/>
            <a:rect r="r" b="b" t="t" l="l"/>
            <a:pathLst>
              <a:path h="646311" w="918386">
                <a:moveTo>
                  <a:pt x="0" y="0"/>
                </a:moveTo>
                <a:lnTo>
                  <a:pt x="918386" y="0"/>
                </a:lnTo>
                <a:lnTo>
                  <a:pt x="918386" y="646311"/>
                </a:lnTo>
                <a:lnTo>
                  <a:pt x="0" y="6463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5496" y="1601532"/>
            <a:ext cx="12217008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MEDIA PEMBELAJARAN EKONOMI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6309" y="4160961"/>
            <a:ext cx="13035383" cy="422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 media yang dapat digunakan dalam pembelajaran ekonomi: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Grafik pertumbuhan ekonomi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Diagram permintaan dan penawaran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Infografis inflasi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Video pembelajaran ekonomi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Simulasi kegiatan pasar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1760" y="1859615"/>
            <a:ext cx="86844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DISKUSI KELOMPOK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79232"/>
            <a:ext cx="13035383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Pilih satu konsep ekonomi (inflasi, pasar, produksi, atau konsumsi).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Tentukan media pembelajaran yang dapat digunakan untuk menjelaskan konsep tersebut.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Jelaskan mengapa media tersebut efektif digunakan dalam pembelajaran.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79232"/>
            <a:ext cx="13035383" cy="318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merupakan alat bantu yang digunakan untuk mempermudah penyampaian materi pembelajaran.</a:t>
            </a: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Penggunaan media yang tepat dapat meningkatkan efektivitas dan kualitas proses pembelajaran.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3810" y="1859615"/>
            <a:ext cx="82003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DAFTAR PUSTAKA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69707"/>
            <a:ext cx="13035383" cy="36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Daryanto. (2016). Media Pembelajaran: Peranannya Sangat Penting dalam Mencapai Tujuan Pembelajaran. Yogyakarta: Gava Media.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Sanaky, H. A. (2013). Media Pembelajaran Interaktif-Inovatif. Yogyakarta: Kaukaba.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Arifin, A., Alimuddin, J., &amp; Pratiwi, W. (2024). Upaya Peningkatan Hasil Belajar melalui Media Audio Visual.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Anggraini, F., et al. (2025). Pengembangan Media Pembelajaran Berbasis Virtual Reality.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DAHDMN94_ac</dc:identifier>
  <dcterms:modified xsi:type="dcterms:W3CDTF">2011-08-01T06:04:30Z</dcterms:modified>
  <cp:revision>1</cp:revision>
  <dc:title>Media Pembelajaran Pertemua 2</dc:title>
</cp:coreProperties>
</file>