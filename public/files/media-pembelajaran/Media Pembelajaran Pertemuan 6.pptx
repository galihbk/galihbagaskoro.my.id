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3" y="0"/>
                </a:lnTo>
                <a:lnTo>
                  <a:pt x="48535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73623" y="7715250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4" y="0"/>
                </a:lnTo>
                <a:lnTo>
                  <a:pt x="485359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1637" y="2275417"/>
            <a:ext cx="14584725" cy="268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b="true" sz="8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PEMBELAJARAN</a:t>
            </a:r>
          </a:p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APLIKASI PRODUKS</a:t>
            </a: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I MEDIA BERBASIS SOFTWARE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143500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8790" y="-1205114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2820" y="5043650"/>
            <a:ext cx="14102361" cy="62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Pendidikan Ekonomi - STKIP Majenang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4002" y="5917194"/>
            <a:ext cx="14102361" cy="120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Galih Bagaskoro, M.Kom</a:t>
            </a:r>
          </a:p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Pertemuan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PENDAHULUAN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3717295"/>
            <a:ext cx="13035383" cy="52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Perkembangan teknologi memberikan banyak pilihan dalam pembuatan media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Saat ini, media tidak hanya berupa buku atau papan tulis, tetapi juga berbasis digital.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Penggunaan software dalam pembelajaran dapat membantu guru dalam menyampaikan materi secara lebih menarik dan interaktif.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54434" y="1028700"/>
            <a:ext cx="4140292" cy="2422071"/>
          </a:xfrm>
          <a:custGeom>
            <a:avLst/>
            <a:gdLst/>
            <a:ahLst/>
            <a:cxnLst/>
            <a:rect r="r" b="b" t="t" l="l"/>
            <a:pathLst>
              <a:path h="2422071" w="4140292">
                <a:moveTo>
                  <a:pt x="0" y="0"/>
                </a:moveTo>
                <a:lnTo>
                  <a:pt x="4140292" y="0"/>
                </a:lnTo>
                <a:lnTo>
                  <a:pt x="4140292" y="2422071"/>
                </a:lnTo>
                <a:lnTo>
                  <a:pt x="0" y="242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4436752"/>
            <a:ext cx="13035383" cy="318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Apakah semua media pembelajaran harus menggunakan teknologi?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Software apa saja yang pernah kalian gunakan untuk belajar?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Mana yang lebih efektif: buku atau media digital?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37765" y="1601532"/>
            <a:ext cx="13634774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PERAN SOFTWARE DALAM PEMBELAJARAN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48137" y="3717295"/>
            <a:ext cx="13814030" cy="318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Software membantu dalam: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Mendesain materi pembelajaran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Menyampaikan materi secara visual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Membuat pembelajaran l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ebih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interaktif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Mempermudah distribusi materi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5496" y="1601532"/>
            <a:ext cx="12217008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JENIS MEDIA BERBASIS SOFTWARE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35496" y="3788613"/>
            <a:ext cx="13814030" cy="422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pembelajaran berbasis software dapat dibagi menjadi: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prese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ntasi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video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 interaktif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digital (LMS)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desain visual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4513" y="1601532"/>
            <a:ext cx="13518026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PRESENTASI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4108" y="3216365"/>
            <a:ext cx="13099784" cy="466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Microsoft PowerPoint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Google Slides</a:t>
            </a:r>
          </a:p>
          <a:p>
            <a:pPr algn="l">
              <a:lnSpc>
                <a:spcPts val="4581"/>
              </a:lnSpc>
            </a:pPr>
          </a:p>
          <a:p>
            <a:pPr algn="l">
              <a:lnSpc>
                <a:spcPts val="4581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Fungsi: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Menyampaikan materi secara terstruktur</a:t>
            </a:r>
          </a:p>
          <a:p>
            <a:pPr algn="l" marL="785058" indent="-392529" lvl="1">
              <a:lnSpc>
                <a:spcPts val="4581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Menampilkan teks, gambar, dan grafik</a:t>
            </a:r>
          </a:p>
          <a:p>
            <a:pPr algn="l">
              <a:lnSpc>
                <a:spcPts val="458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52969" y="1601532"/>
            <a:ext cx="12519570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VIDEO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5564" y="3163569"/>
            <a:ext cx="12236872" cy="542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7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Video pembelajaran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Animasi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Screen recording</a:t>
            </a:r>
          </a:p>
          <a:p>
            <a:pPr algn="just">
              <a:lnSpc>
                <a:spcPts val="4727"/>
              </a:lnSpc>
            </a:pPr>
          </a:p>
          <a:p>
            <a:pPr algn="just">
              <a:lnSpc>
                <a:spcPts val="4727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Fungsi: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Menjelaskan 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materi secara visual dan audio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Membantu pemahaman konsep yang kompleks</a:t>
            </a:r>
          </a:p>
          <a:p>
            <a:pPr algn="just">
              <a:lnSpc>
                <a:spcPts val="472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5496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INTERAKTIF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6309" y="3489873"/>
            <a:ext cx="13035383" cy="533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0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Qu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izizz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Kahoot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Google Form</a:t>
            </a:r>
          </a:p>
          <a:p>
            <a:pPr algn="just">
              <a:lnSpc>
                <a:spcPts val="4690"/>
              </a:lnSpc>
            </a:pPr>
          </a:p>
          <a:p>
            <a:pPr algn="just">
              <a:lnSpc>
                <a:spcPts val="4690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Fungsi: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Meningkatkan interaksi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Evaluasi pembelajaran</a:t>
            </a:r>
          </a:p>
          <a:p>
            <a:pPr algn="just">
              <a:lnSpc>
                <a:spcPts val="469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18692" y="1859615"/>
            <a:ext cx="10250616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DESAIN VISUAL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379902"/>
            <a:ext cx="13035383" cy="496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Contoh: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Canva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Figma</a:t>
            </a:r>
          </a:p>
          <a:p>
            <a:pPr algn="just">
              <a:lnSpc>
                <a:spcPts val="4908"/>
              </a:lnSpc>
            </a:pPr>
          </a:p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Fungsi: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mbuat infografis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Mendes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ain materi visual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8052" y="1009650"/>
            <a:ext cx="1016818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LMS (DIGITAL)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2760777"/>
            <a:ext cx="13814030" cy="558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ontoh: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Google Class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roo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Moodle</a:t>
            </a:r>
          </a:p>
          <a:p>
            <a:pPr algn="just">
              <a:lnSpc>
                <a:spcPts val="4908"/>
              </a:lnSpc>
            </a:pPr>
          </a:p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Fungsi: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elola pembelajaran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Distr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ibusi materi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Pengumpulan tugas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85046" y="1859615"/>
            <a:ext cx="103179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PERBANDINGAN MEDIA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541082"/>
            <a:ext cx="13035383" cy="318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Setiap media memiliki kelebihan dan kekurangan:</a:t>
            </a:r>
          </a:p>
          <a:p>
            <a:pPr algn="just">
              <a:lnSpc>
                <a:spcPts val="4145"/>
              </a:lnSpc>
            </a:pP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PPT → mudah, tapi bisa membosankan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Video → menarik, tapi butuh waktu membuat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Interaktif → seru, tapi butuh internet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PEMILIHAN MEDIA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541082"/>
            <a:ext cx="13035383" cy="318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Pemilihan software harus berdasarkan: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Tujuan pembelajaran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Jenis materi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Karakteristik siswa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Kemudahan penggunaan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541082"/>
            <a:ext cx="13035383" cy="52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Penggunaan software dalam pembelajaran sangat membantu dalam meningkatkan kualitas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Setiap software memiliki fungsi yang berbeda, sehingga harus dipilih sesuai kebutuhan.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Guru harus mampu memanfaatkan teknologi untuk menciptakan pembelajaran yang menarik dan efektif.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3810" y="1859615"/>
            <a:ext cx="82003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DAFTAR PUSTAKA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69707"/>
            <a:ext cx="13035383" cy="36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Daryanto. (2016). Media Pembelajaran: Peranannya Sangat Penting dalam Mencapai Tujuan Pembelajaran. Yogyakarta: Gava Media.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Sanaky, H. A. (2013). Media Pembelajaran Interaktif-Inovatif. Yogyakarta: Kaukaba.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Arifin, A., Alimuddin, J., &amp; Pratiwi, W. (2024). Upaya Peningkatan Hasil Belajar melalui Media Audio Visual.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Anggraini, F., et al. (2025). Pengembangan Media Pembelajaran Berbasis Virtual Reality.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DAHDMN94_ac</dc:identifier>
  <dcterms:modified xsi:type="dcterms:W3CDTF">2011-08-01T06:04:30Z</dcterms:modified>
  <cp:revision>1</cp:revision>
  <dc:title>Media Pembelajaran Pertemua 2</dc:title>
</cp:coreProperties>
</file>