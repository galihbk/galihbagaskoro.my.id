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1637" y="2275417"/>
            <a:ext cx="14584725" cy="19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DESA</a:t>
            </a: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IN MEDIA PEMBELAJARAN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4367549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6245" y="5653424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579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memiliki berbagai jenis yang dapat digunakan sesuai dengan kebutuhan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Setiap jenis media memiliki kelebihan dan kekurangan masing-masing.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Oleh karena itu, seorang pendidik harus mampu memilih jenis media yang tepat agar pembelajaran menjadi efektif.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Apakah semua media pembelajaran memiliki fungsi yang sama?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Mengapa ada guru yang menggunakan video, sementara yang lain hanya menggunakan PPT?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Menurut kalian, media apa yang paling efektif untuk pembelajaran ekonomi?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 JENIS 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375148"/>
            <a:ext cx="13814030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Jenis media pembelajaran adalah pengelompokan media berdasarkan karakteristik dan cara penyampaiannya dalam proses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Seti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 jenis media memiliki peran yang berbeda dalam membantu pemahaman peserta didik.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VISUAL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810434"/>
            <a:ext cx="13814030" cy="475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visual adalah media yang hanya dapat dilihat.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>
              <a:lnSpc>
                <a:spcPts val="4145"/>
              </a:lnSpc>
            </a:pP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Grafik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Diagram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Poster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Infografis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4513" y="1601532"/>
            <a:ext cx="13518026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AUDIO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4108" y="3216365"/>
            <a:ext cx="13099784" cy="466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audio adalah media yang hanya dapat didengar.</a:t>
            </a:r>
          </a:p>
          <a:p>
            <a:pPr algn="l">
              <a:lnSpc>
                <a:spcPts val="4581"/>
              </a:lnSpc>
            </a:pPr>
          </a:p>
          <a:p>
            <a:pPr algn="l">
              <a:lnSpc>
                <a:spcPts val="4581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l">
              <a:lnSpc>
                <a:spcPts val="4581"/>
              </a:lnSpc>
            </a:pP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Podcast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Rekaman suara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Berita ekonomi</a:t>
            </a:r>
          </a:p>
          <a:p>
            <a:pPr algn="l">
              <a:lnSpc>
                <a:spcPts val="458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969" y="1601532"/>
            <a:ext cx="1251957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AUDIO VISUAL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564" y="3163569"/>
            <a:ext cx="12236872" cy="542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7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audio visual adalah media yang dapat dilihat dan didengar.</a:t>
            </a:r>
          </a:p>
          <a:p>
            <a:pPr algn="just">
              <a:lnSpc>
                <a:spcPts val="4727"/>
              </a:lnSpc>
            </a:pPr>
          </a:p>
          <a:p>
            <a:pPr algn="just">
              <a:lnSpc>
                <a:spcPts val="4727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>
              <a:lnSpc>
                <a:spcPts val="4727"/>
              </a:lnSpc>
            </a:pP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pembelajaran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Animasi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Fil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 edukasi</a:t>
            </a:r>
          </a:p>
          <a:p>
            <a:pPr algn="just">
              <a:lnSpc>
                <a:spcPts val="47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DIGITAL &amp; INTERAKTIF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3489873"/>
            <a:ext cx="13035383" cy="533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berbasis teknologi yang memungkinkan interaksi.</a:t>
            </a:r>
          </a:p>
          <a:p>
            <a:pPr algn="just">
              <a:lnSpc>
                <a:spcPts val="4690"/>
              </a:lnSpc>
            </a:pPr>
          </a:p>
          <a:p>
            <a:pPr algn="just">
              <a:lnSpc>
                <a:spcPts val="4690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>
              <a:lnSpc>
                <a:spcPts val="4690"/>
              </a:lnSpc>
            </a:pP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Google Classroom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Quizizz / Kahoot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Canva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Website pembelajaran</a:t>
            </a:r>
          </a:p>
          <a:p>
            <a:pPr algn="just">
              <a:lnSpc>
                <a:spcPts val="469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1859615"/>
            <a:ext cx="86844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SIMULASI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379902"/>
            <a:ext cx="13035383" cy="496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yang melibatkan aktivitas langsung.</a:t>
            </a:r>
          </a:p>
          <a:p>
            <a:pPr algn="just">
              <a:lnSpc>
                <a:spcPts val="4908"/>
              </a:lnSpc>
            </a:pP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>
              <a:lnSpc>
                <a:spcPts val="4908"/>
              </a:lnSpc>
            </a:pP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Rol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 play (jual beli)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mulasi pasar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Game ekonomi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1009650"/>
            <a:ext cx="86844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PERBANDINGAN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2760777"/>
            <a:ext cx="13814030" cy="558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Tidak semua media cocok untuk semua materi.</a:t>
            </a:r>
          </a:p>
          <a:p>
            <a:pPr algn="just">
              <a:lnSpc>
                <a:spcPts val="4908"/>
              </a:lnSpc>
            </a:pP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ontoh:</a:t>
            </a:r>
          </a:p>
          <a:p>
            <a:pPr algn="just">
              <a:lnSpc>
                <a:spcPts val="4908"/>
              </a:lnSpc>
            </a:pP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ateri: Inflasi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Gr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afik → memahami data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deo → memahami konsep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Simulasi → memahami dampak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memiliki berbagai jenis yang dapat digunakan sesuai dengan kebutuhan.</a:t>
            </a: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Pemilihan jenis media harus disesuaikan dengan tujuan, materi, dan karakteristik peserta didik.</a:t>
            </a: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media yang tepat akan meningkatkan efektivitas pembelajaran.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