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3" y="0"/>
                </a:lnTo>
                <a:lnTo>
                  <a:pt x="48535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73623" y="7715250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4" y="0"/>
                </a:lnTo>
                <a:lnTo>
                  <a:pt x="48535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1637" y="2275417"/>
            <a:ext cx="14584725" cy="196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b="true" sz="8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PEMBELAJARAN</a:t>
            </a:r>
          </a:p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DESA</a:t>
            </a: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IN MEDIA PEMBELAJARAN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143500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8790" y="-1205114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820" y="4367549"/>
            <a:ext cx="14102361" cy="6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Pendidikan Ekonomi - STKIP Majenang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6245" y="5653424"/>
            <a:ext cx="14102361" cy="12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Galih Bagaskoro, M.Kom</a:t>
            </a:r>
          </a:p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Pertemuan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PENDAHULUAN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3717295"/>
            <a:ext cx="13035383" cy="52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tidak dibuat secara sembarangan, tetapi melalui proses perencanaan yang sistematis.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Desain media pembelajaran bertujuan untuk menghasilkan media yang sesuai dengan tujuan pembelajaran dan karakteristik peserta didik.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Tanpa desain yang baik, media yang digunakan dapat menjadi tidak efektif dalam membantu proses belajar.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54434" y="1028700"/>
            <a:ext cx="4140292" cy="2422071"/>
          </a:xfrm>
          <a:custGeom>
            <a:avLst/>
            <a:gdLst/>
            <a:ahLst/>
            <a:cxnLst/>
            <a:rect r="r" b="b" t="t" l="l"/>
            <a:pathLst>
              <a:path h="2422071" w="4140292">
                <a:moveTo>
                  <a:pt x="0" y="0"/>
                </a:moveTo>
                <a:lnTo>
                  <a:pt x="4140292" y="0"/>
                </a:lnTo>
                <a:lnTo>
                  <a:pt x="4140292" y="2422071"/>
                </a:lnTo>
                <a:lnTo>
                  <a:pt x="0" y="242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443675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Apakah media yang menarik pasti efektif untuk pembelajaran?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Mengapa ada media yang bagus secara tampilan tetapi sulit dipahami?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 yang terjadi jika media dibuat tanpa perencanaan?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PENGERTIAN DESAIN 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375148"/>
            <a:ext cx="13814030" cy="422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Desain media pembelajaran adalah proses merancang dan mengembangkan media pembelajaran secara sistematis agar sesuai dengan tujuan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Desain tid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ak hanya berfokus pada tampilan, tetapi juga pada alur penyampaian materi agar mudah dipahami oleh peserta didik.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DESAIN 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810434"/>
            <a:ext cx="13814030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Memba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ntu pese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rt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 didik memahami materi dengan lebih mudah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Menyusun alur pembelajaran yang sistematis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Meningkatkan efektivitas pembelajaran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Menghindari penyampaian materi yang membingungkan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4513" y="1601532"/>
            <a:ext cx="13518026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TAHAPAN PENGEMBANGAN MEDIA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94108" y="4522238"/>
            <a:ext cx="13099784" cy="374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058" indent="-392529" lvl="1">
              <a:lnSpc>
                <a:spcPts val="59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Pra Produksi</a:t>
            </a:r>
          </a:p>
          <a:p>
            <a:pPr algn="l" marL="785058" indent="-392529" lvl="1">
              <a:lnSpc>
                <a:spcPts val="59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Produksi</a:t>
            </a:r>
          </a:p>
          <a:p>
            <a:pPr algn="l" marL="785058" indent="-392529" lvl="1">
              <a:lnSpc>
                <a:spcPts val="59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Pasca Produksi</a:t>
            </a:r>
          </a:p>
          <a:p>
            <a:pPr algn="l">
              <a:lnSpc>
                <a:spcPts val="5927"/>
              </a:lnSpc>
            </a:pPr>
          </a:p>
          <a:p>
            <a:pPr algn="l">
              <a:lnSpc>
                <a:spcPts val="592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2969" y="1601532"/>
            <a:ext cx="12519570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PRA PRODUKSI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5564" y="3731463"/>
            <a:ext cx="12236872" cy="362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Analisis kebutuhan pembelajaran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Menentukan tujuan pembelajaran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Menentukan materi yang akan disampaikan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Menentukan jenis media yang akan digunakan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mbuat konsep atau storyboard</a:t>
            </a:r>
          </a:p>
          <a:p>
            <a:pPr algn="just">
              <a:lnSpc>
                <a:spcPts val="47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PRODUKSI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6309" y="3489873"/>
            <a:ext cx="13035383" cy="355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Membuat media sesuai desain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Menyusun materi dalam media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Mendesain tampilan (visual, audio, dll)</a:t>
            </a:r>
          </a:p>
          <a:p>
            <a:pPr algn="just" marL="785058" indent="-392529" lvl="1">
              <a:lnSpc>
                <a:spcPts val="4690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Menggunakan tools seperti PowerPoint, Canva, atau video editing</a:t>
            </a:r>
          </a:p>
          <a:p>
            <a:pPr algn="just">
              <a:lnSpc>
                <a:spcPts val="469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1760" y="1859615"/>
            <a:ext cx="86844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PASCA PRODUKSI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03032"/>
            <a:ext cx="13035383" cy="311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Melakukan evaluasi media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Menguji media dalam pembelajaran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Melakukan revisi jika diperlukan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Menye</a:t>
            </a: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mpurnakan media agar lebih efektif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1760" y="623886"/>
            <a:ext cx="8684479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HUBUNGAN DENGAN MODEL ADDIE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2760777"/>
            <a:ext cx="13814030" cy="620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Tahapan pra produksi, produksi, dan pasca produksi dapat dikembangkan menjadi model ADDIE: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Analyze → Pra produksi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Design → Pra produksi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Development → Produksi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Implementation → Produksi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Evaluation → Pasca produksi</a:t>
            </a:r>
          </a:p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Model ADDIE membantu membuat proses pengembangan media menjadi lebih sistematis.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541082"/>
            <a:ext cx="13035383" cy="579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Desain media pembelajaran merupakan proses penting dalam menghasilkan media yang efektif.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yang baik tidak dibuat secara langsung, tetapi melalui tahapan pra produksi, produksi, dan pasca produksi.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Dengan desain yang baik, media pembelajaran dapat membantu peserta didik memahami materi dengan lebih optimal.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3810" y="1859615"/>
            <a:ext cx="82003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69707"/>
            <a:ext cx="13035383" cy="36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Daryanto. (2016). Media Pembelajaran: Peranannya Sangat Penting dalam Mencapai Tujuan Pembelajaran. Yogyakarta: Gava Media.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Sanaky, H. A. (2013). Media Pembelajaran Interaktif-Inovatif. Yogyakarta: Kaukaba.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Arifin, A., Alimuddin, J., &amp; Pratiwi, W. (2024). Upaya Peningkatan Hasil Belajar melalui Media Audio Visual.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Anggraini, F., et al. (2025). Pengembangan Media Pembelajaran Berbasis Virtual Reality.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DAHDMN94_ac</dc:identifier>
  <dcterms:modified xsi:type="dcterms:W3CDTF">2011-08-01T06:04:30Z</dcterms:modified>
  <cp:revision>1</cp:revision>
  <dc:title>Media Pembelajaran Pertemua 2</dc:title>
</cp:coreProperties>
</file>